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av" ContentType="audio/wav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Independent design and development: Mingwen Cui (崔铭文)
https://mingwencui.com/AIwriter/?lang=zh
节点：a
a
- 选项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audio" Target="../media/media-1-2.wav"/><Relationship Id="rId3" Type="http://schemas.microsoft.com/office/2007/relationships/media" Target="../media/media-1-2.wav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-scene-a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" name="ppt-dialog-panel-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ppt-dialog-title-a"/>
          <p:cNvSpPr/>
          <p:nvPr/>
        </p:nvSpPr>
        <p:spPr>
          <a:xfrm>
            <a:off x="1797056" y="5112918"/>
            <a:ext cx="8597583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a</a:t>
            </a:r>
            <a:endParaRPr lang="en-US" sz="1400" dirty="0"/>
          </a:p>
        </p:txBody>
      </p:sp>
      <p:sp>
        <p:nvSpPr>
          <p:cNvPr id="5" name="ppt-dialog-body-a"/>
          <p:cNvSpPr/>
          <p:nvPr/>
        </p:nvSpPr>
        <p:spPr>
          <a:xfrm>
            <a:off x="1797056" y="5520588"/>
            <a:ext cx="8597583" cy="29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altLang="en-US" sz="1600" dirty="0">
                <a:solidFill>
                  <a:srgbClr val="F8FAFC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a</a:t>
            </a:r>
            <a:endParaRPr lang="en-US" sz="1600" dirty="0"/>
          </a:p>
        </p:txBody>
      </p:sp>
      <p:pic>
        <p:nvPicPr>
          <p:cNvPr id="6" name="ppt-region-music-a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914400" y="-914400"/>
            <a:ext cx="182880" cy="182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med" advClick="1" advTm="2000" p14:dur="700"/>
    </mc:Choice>
    <mc:Fallback>
      <p:transition spd="med" advClick="1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2" presetClass="entr" presetSubtype="1" fill="hold" grpId="0" nodeType="afterEffect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 accumulate="none">
                                        <p:cTn id="7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0">
              <p:cMediaNode vol="50000" numSld="2" showWhenStopped="0">
                <p:cTn id="8" dur="indefinite" repeatCount="indefinite" fill="hold" display="0" nodeType="withEffect">
                  <p:stCondLst>
                    <p:cond delay="0"/>
                  </p:st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5" grpId="0" build="p" 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-scene-b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" name="ppt-dialog-panel-b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ppt-dialog-title-b"/>
          <p:cNvSpPr/>
          <p:nvPr/>
        </p:nvSpPr>
        <p:spPr>
          <a:xfrm>
            <a:off x="1797056" y="5112918"/>
            <a:ext cx="8597583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b</a:t>
            </a:r>
            <a:endParaRPr lang="en-US" sz="1400" dirty="0"/>
          </a:p>
        </p:txBody>
      </p:sp>
      <p:sp>
        <p:nvSpPr>
          <p:cNvPr id="5" name="ppt-dialog-body-b"/>
          <p:cNvSpPr/>
          <p:nvPr/>
        </p:nvSpPr>
        <p:spPr>
          <a:xfrm>
            <a:off x="1797056" y="5520588"/>
            <a:ext cx="8597583" cy="29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altLang="en-US" sz="1600" dirty="0">
                <a:solidFill>
                  <a:srgbClr val="F8FAFC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b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med" advClick="1" advTm="2000" p14:dur="700"/>
    </mc:Choice>
    <mc:Fallback>
      <p:transition spd="med" advClick="1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2" presetClass="entr" presetSubtype="1" fill="hold" grpId="0" nodeType="afterEffect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 accumulate="none">
                                        <p:cTn id="7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-scene-outsid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" name="ppt-dialog-panel-outsid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ppt-dialog-title-outside"/>
          <p:cNvSpPr/>
          <p:nvPr/>
        </p:nvSpPr>
        <p:spPr>
          <a:xfrm>
            <a:off x="1797056" y="5112918"/>
            <a:ext cx="8597583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outside</a:t>
            </a:r>
            <a:endParaRPr lang="en-US" sz="1400" dirty="0"/>
          </a:p>
        </p:txBody>
      </p:sp>
      <p:sp>
        <p:nvSpPr>
          <p:cNvPr id="5" name="ppt-dialog-body-outside"/>
          <p:cNvSpPr/>
          <p:nvPr/>
        </p:nvSpPr>
        <p:spPr>
          <a:xfrm>
            <a:off x="1797056" y="5520588"/>
            <a:ext cx="8597583" cy="29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altLang="en-US" sz="1600" dirty="0">
                <a:solidFill>
                  <a:srgbClr val="F8FAFC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outside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med" advClick="1" advTm="2000" p14:dur="700"/>
    </mc:Choice>
    <mc:Fallback>
      <p:transition spd="med" advClick="1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2" presetClass="entr" presetSubtype="1" fill="hold" grpId="0" nodeType="afterEffect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 accumulate="none">
                                        <p:cTn id="7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BGM boundary test</dc:title>
  <dc:subject>Interactive story presentation</dc:subject>
  <dc:creator>GalWriter (Mingwen Cui)</dc:creator>
  <cp:lastModifiedBy>GalWriter (Mingwen Cui)</cp:lastModifiedBy>
  <cp:revision>1</cp:revision>
  <dcterms:created xsi:type="dcterms:W3CDTF">2026-10-06T14:19:37Z</dcterms:created>
  <dcterms:modified xsi:type="dcterms:W3CDTF">2026-10-06T14:19:37Z</dcterms:modified>
</cp:coreProperties>
</file>