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design and development: Mingwen Cui (崔铭文)
https://mingwencui.com/AIwriter/?lang=zh
节点：a
a
- 选项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audio" Target="../media/media-1-2.wav"/><Relationship Id="rId3" Type="http://schemas.microsoft.com/office/2007/relationships/media" Target="../media/media-1-2.wav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a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400" dirty="0"/>
          </a:p>
        </p:txBody>
      </p:sp>
      <p:sp>
        <p:nvSpPr>
          <p:cNvPr id="5" name="ppt-dialog-body-a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600" dirty="0"/>
          </a:p>
        </p:txBody>
      </p:sp>
      <p:pic>
        <p:nvPicPr>
          <p:cNvPr id="4" name="ppt-region-music-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182880" cy="182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b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b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400" dirty="0"/>
          </a:p>
        </p:txBody>
      </p:sp>
      <p:sp>
        <p:nvSpPr>
          <p:cNvPr id="5" name="ppt-dialog-body-b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outsi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outsi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outside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400" dirty="0"/>
          </a:p>
        </p:txBody>
      </p:sp>
      <p:sp>
        <p:nvSpPr>
          <p:cNvPr id="5" name="ppt-dialog-body-outside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BGM boundary test</dc:title>
  <dc:subject>Interactive story presentation</dc:subject>
  <dc:creator>GalWriter (Mingwen Cui)</dc:creator>
  <cp:lastModifiedBy>GalWriter (Mingwen Cui)</cp:lastModifiedBy>
  <cp:revision>1</cp:revision>
  <dcterms:created xsi:type="dcterms:W3CDTF">2026-10-06T14:17:27Z</dcterms:created>
  <dcterms:modified xsi:type="dcterms:W3CDTF">2026-10-06T14:17:27Z</dcterms:modified>
</cp:coreProperties>
</file>